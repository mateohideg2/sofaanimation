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presProps" Target="presProps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CDF68-0285-481A-A2D7-ABA5F2399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31CF65-F5CD-4814-A550-3E1DEDD7D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7F2A24-90F6-485A-B157-2DBD40D2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6702B3-6F04-43B9-A3C2-F45270B1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763C6E-CB5F-4553-913B-7DE9758D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207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A1253-7D30-40BA-8636-8E9871B6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C9C65-116F-43E8-B199-35EB06195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BF449-BE6D-4247-9058-F501ED6B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366894-E09F-4787-B002-BE35CD84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3FA27B-E823-48A0-A442-F347DABC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499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E2FCB-691D-4D62-B30B-E3A6B8B0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4131E1-78D6-416C-99EA-7991E916F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8A8DAF-25E0-4E40-9C42-03C51271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2052F-C30B-43C3-9D47-DD0251C1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5A55CB-3F94-4550-BAC1-BEC59524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432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7DB00-D765-4287-BDEA-A6FFDB08E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C09CF6-259B-46F1-8AC7-90A103A9B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3F7BFA-09E7-4D5A-A3A6-46536E13F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836219-ECD7-47B0-B6BB-7A52DAD8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1966F3-7206-4B90-87D5-EF038BC2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C97F4D-8C9B-48CA-9492-6F6CFCBF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81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49876-623C-4299-A92C-9968F434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B2A1DC-7175-4C91-8580-AFBEB2D31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CAE1DF-117B-44F8-86FD-398285757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1E1166-0266-46C2-BD8E-F110D193EC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0257C2-3FB4-4F9E-9ECF-DF18CFDC0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10832D9-342F-4F42-A2ED-E9C6BADF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1D8FD3-910A-49A8-BE7F-47BFC9C6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4A9F29-5981-4694-8B6A-E9E9F401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026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E9BBC-160A-4AAE-AF01-AAFFDEE6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D4150E-1862-441B-870D-6621AC6E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483BB79-7211-4CEE-A717-36C2A69AA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BFA090-EC1A-48A8-8A0D-32601D3C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470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E28B15-4795-4798-A9F3-331EE879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EEB0E7-569F-4A80-8D67-79C6DDA9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ED3B2D-2968-4B65-B261-E123E569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7463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B7037-E4B8-4646-8B80-8B1836B7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64497-26DD-4DB3-A447-AED2E5737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F06970-1E62-490D-BF06-9832A882F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565DBF-F07E-4067-8A1A-2D5ADFE2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CD4BC2-C4D4-479F-8B3C-6A1DC5A2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216387-B6D3-4D93-8049-C24C53B3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652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535D8-2541-4341-99EC-F71165A1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4AA6C4-9B02-427A-BC5C-D5DBFF89D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94BDA9-E454-49B2-9B29-5FFD923BF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7D3BB7-BFE5-481F-8E7B-7E21A639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B1976F-0F8F-45E3-8939-3B5D86C6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E106F-E142-40AA-B63B-7EE914AD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055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A201C-3722-4F5F-A49A-3172AA5DA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76D442-C92C-4C47-B4F3-F1982963C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774752-508D-42A8-BE6E-79DBF038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8C095-755C-46A6-A215-5F40677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133D78-670C-4859-BE7E-473B933B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248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50828A-2624-4C8B-9125-A70801C87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A9729D-A2BD-463E-B0DB-2B3E8380B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33AC5-A0AC-45D7-8175-FE0AD3C9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75FF04-756C-47B8-842F-8A25150F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959B25-83A9-43D2-A602-6B5BA9CD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798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496C19-DB5B-4243-B051-29F602F0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0678ED-23BA-4C03-941B-75DDA0712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236DCD-E4AC-4069-8045-D282BEA1F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BBB38-EE14-4F0A-9D71-4F9D23FB7719}" type="datetimeFigureOut">
              <a:rPr lang="es-AR" smtClean="0"/>
              <a:t>16/3/2019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0E7A9-9EF8-4D7A-B760-648FC5929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0C9240-4139-4DDE-B0AE-CAAF89F55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404F3-870D-4D47-9F21-F92778FCB9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937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4903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1259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035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653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168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635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300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4595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433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409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565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85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698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29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830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856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5963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075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095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1668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228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2878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361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7012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493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720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626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7332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758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6467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6891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4500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8045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023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0794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6720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156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0959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539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288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2879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4069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421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9575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2744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553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5656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1419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686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7336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20094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818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5976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8768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7951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3441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7443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083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009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6118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216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6704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4793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348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7340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3468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481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3919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2142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613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3308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10817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746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8315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9492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8878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2183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8167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011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6786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6842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143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1035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5516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276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9303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4191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408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8204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2866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541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1432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1541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674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123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400216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806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6401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8890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9939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3144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7565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071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7047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6240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204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9270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4915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336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4120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3590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469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6573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226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601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3946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90939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734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4459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9614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866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1447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8289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0999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7146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6964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131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6256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5638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264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93095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4313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396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46348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2988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529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1585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1663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661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835888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80338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794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8303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9012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1926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7116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7687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059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32912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6362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191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2979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5037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324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86440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3712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456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10913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2386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589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874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71061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721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26117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9736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854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41698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8411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2987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09305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7086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119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88873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5760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252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84372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44356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384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76103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31104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517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90094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17852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649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36473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604600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782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96149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3914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45816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047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64618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179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50452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312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9625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444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00920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577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46141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709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73574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842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201790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4974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47086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5107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1765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5239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259941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5372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78412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5637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95987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5902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62469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034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63512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167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43037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300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9558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432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72544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565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21291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697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08793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6962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47792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095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55379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227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96778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360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4121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492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6910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625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86257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757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65359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7890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76225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022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39106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155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87466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287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40805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420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4424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552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26669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685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87659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817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84497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8950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775977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082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098307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215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3372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347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34435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480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426844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613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88883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745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57204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19878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02655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010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231705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143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973401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275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35976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408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779069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540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478245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673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831673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805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071110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0938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442139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070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995621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203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647482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335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376162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468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841535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600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061651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733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246840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865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335704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1998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43078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130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633109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263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224673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395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519712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528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677042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660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864380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793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85624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2926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494782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058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54604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191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544818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323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276818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456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109198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588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116475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721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226141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853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186254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3986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397558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118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557435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251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798080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383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598312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516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992259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648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275591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781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765040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4913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540935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046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789411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178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636843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311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807733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443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526106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576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356041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708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676784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841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3518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5973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92294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106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790446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239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527077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371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617397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504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230169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636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763444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769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198468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6901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687399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034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166194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166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764483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299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7420235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431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349325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564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489447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696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096023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829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332681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7961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91940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094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708733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226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250738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359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278202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491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950449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624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393047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756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794712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8889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45295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021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574125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154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86476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286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655297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419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055285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552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631134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684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222254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817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894536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29949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893452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082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83644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214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613778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347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107699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479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793022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612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91448611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744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101017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0877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504558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009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2411824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142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430412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274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739717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407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084924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539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88590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672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823653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804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519208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1937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030527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069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9744863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202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626399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334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761618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467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378094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599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2473443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732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183363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865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4236565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2997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728896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130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475775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262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197080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395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830200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527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288276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660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153627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792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0724893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3925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858895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057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8946805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1902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165632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3227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870490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4552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607542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5877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9824063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7203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7365787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8528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334597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49853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218477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1178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446032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2503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409368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3829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333562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5154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100117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6479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197801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7804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2987723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59129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34897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0455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16928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1780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153924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3105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3867027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4430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819486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5755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429539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7081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214378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84062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8350885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697314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9884472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710566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48336482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723818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1162462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12C5536-09AF-48B0-8025-4A597AE00174}"/>
              </a:ext>
            </a:extLst>
          </p:cNvPr>
          <p:cNvSpPr/>
          <p:nvPr/>
        </p:nvSpPr>
        <p:spPr>
          <a:xfrm>
            <a:off x="3723861" y="3591348"/>
            <a:ext cx="914400" cy="914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A7B836-6C6F-4A13-84CC-D58CFF1D39AC}"/>
              </a:ext>
            </a:extLst>
          </p:cNvPr>
          <p:cNvGrpSpPr/>
          <p:nvPr/>
        </p:nvGrpSpPr>
        <p:grpSpPr>
          <a:xfrm>
            <a:off x="3737070" y="1832112"/>
            <a:ext cx="848139" cy="2660374"/>
            <a:chOff x="4055165" y="768626"/>
            <a:chExt cx="848139" cy="266037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BFABAF7-1BDF-4A11-89D8-088155EE38A6}"/>
                </a:ext>
              </a:extLst>
            </p:cNvPr>
            <p:cNvSpPr/>
            <p:nvPr/>
          </p:nvSpPr>
          <p:spPr>
            <a:xfrm>
              <a:off x="4055165" y="768626"/>
              <a:ext cx="848139" cy="84813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804A962-B271-43A8-A491-855A2DBAFB18}"/>
                </a:ext>
              </a:extLst>
            </p:cNvPr>
            <p:cNvCxnSpPr/>
            <p:nvPr/>
          </p:nvCxnSpPr>
          <p:spPr>
            <a:xfrm>
              <a:off x="4492487" y="1520687"/>
              <a:ext cx="0" cy="1908313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3EAE0C06-B400-4150-9B64-7271B8C0EB0E}"/>
              </a:ext>
            </a:extLst>
          </p:cNvPr>
          <p:cNvSpPr/>
          <p:nvPr/>
        </p:nvSpPr>
        <p:spPr>
          <a:xfrm>
            <a:off x="1" y="4492486"/>
            <a:ext cx="12192000" cy="23655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1769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Panorámica</PresentationFormat>
  <Paragraphs>0</Paragraphs>
  <Slides>243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243</vt:i4>
      </vt:variant>
    </vt:vector>
  </HeadingPairs>
  <TitlesOfParts>
    <vt:vector size="24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Mateo Hideg</dc:creator>
  <cp:lastModifiedBy>Mateo Hideg</cp:lastModifiedBy>
  <cp:revision>7</cp:revision>
  <dcterms:created xsi:type="dcterms:W3CDTF">2019-03-16T21:45:17Z</dcterms:created>
  <dcterms:modified xsi:type="dcterms:W3CDTF">2019-03-16T22:33:05Z</dcterms:modified>
</cp:coreProperties>
</file>